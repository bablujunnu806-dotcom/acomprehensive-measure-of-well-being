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https://techwiser.com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https://cdn.awsli.com.br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https://images.squarespace-cdn.com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https://image1.slideserve.com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https://www.act.gov.au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https://www.slidemake.com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https://unece.org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https://cdn.prod.website-files.com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https://www.slidemake.com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https://unece.org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lidemake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 Comprehensive Measure Of Well Being</a:t>
            </a:r>
            <a:endParaRPr lang="en-US" sz="3000" dirty="0"/>
          </a:p>
        </p:txBody>
      </p:sp>
      <p:sp>
        <p:nvSpPr>
          <p:cNvPr id="3" name="Text 1">
            <a:hlinkClick r:id="rId1" tooltip=""/>
          </p:cNvPr>
          <p:cNvSpPr/>
          <p:nvPr/>
        </p:nvSpPr>
        <p:spPr>
          <a:xfrm>
            <a:off x="73152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0" u="sng" dirty="0">
                <a:solidFill>
                  <a:srgbClr val="357EC7"/>
                </a:solidFill>
                <a:latin typeface="Optima" pitchFamily="34" charset="0"/>
                <a:ea typeface="Optima" pitchFamily="34" charset="-122"/>
                <a:cs typeface="Opti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SlideMake.com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techwiser.com/wp-content/uploads/2025/07/Radar-in-99-Nights-in-the-Forest-Roblox-1-1024x576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585913"/>
            <a:ext cx="4114800" cy="23145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 to Well-Being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Well-being encompasses the overall quality of life and personal fulfillment.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Traditional measures often focus on economic indicators like GDP, which may not capture holistic well-being.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 comprehensive measure aims to include multiple dimensions that influence human happiness and functioning.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cdn.awsli.com.br/2500x2500/2618/2618507/produto/252257734/pva-off-white-4ji7epxke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8447" y="1143000"/>
            <a:ext cx="1801906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Limitations of Traditional Economic Indicators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GDP and similar metrics primarily assess economic activity, ignoring social and psychological factors.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Economic growth does not necessarily correlate with improvements in health, education, or life satisfaction.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Relying solely on economic indicators can lead to misinformed policy decisions that overlook well-being.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images.squarespace-cdn.com/content/v1/6778696f116f1733e6afa8d0/5674d080-6ad4-4dbf-bbdf-27d3b80b412d/9+Dimensions+of+Well-being-revis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0561" y="1143000"/>
            <a:ext cx="3197679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Dimensions of Well-Being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Well-being includes physical health, mental health, social connections, and environmental quality.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also encompasses subjective aspects like happiness, life satisfaction, and sense of purpose.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Recognizing multiple dimensions helps create a more accurate picture of quality of life.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image1.slideserve.com/2162876/slide5-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200150"/>
            <a:ext cx="4114800" cy="30861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Objective vs. Subjective Measures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Objective measures include income, employment status, health metrics, and education levels.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Subjective measures capture personal perceptions of happiness, stress, and overall life satisfaction.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Combining both types of measures provides a more balanced and comprehensive assessment.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act.gov.au/__data/assets/image/0010/1475299/Wellbeing-flow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Existing Frameworks and Indices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Human Development Index (HDI) includes health, education, and income to measure development.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World Happiness Report incorporates subjective well-being and social support indicators.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OECD’s Better Life Index allows comparison across countries based on multiple well-being components.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slidemake.com/add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143000"/>
            <a:ext cx="32004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Developing a Comprehensive Well-Being Measure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involves selecting relevant indicators across physical, mental, social, and environmental domains.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Data collection should be consistent, reliable, and culturally sensitive.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Weighting of different components can be tailored to reflect societal priorities and values.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unece.org/sites/default/files/styles/max_2600x2600/public/2025-10/Measuring well-being 2.png?itok=ARtyEb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Challenges in Measurement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Subjectivity can introduce bias and variability in self-reported data.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Cultural differences may influence perceptions of well-being and happiness.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Ensuring comparability across contexts requires careful methodological design.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cdn.prod.website-files.com/65becc2177d3952abaa4b203/68b594b6e327619e3d1a051c_c77044d53b8376cc4c1e1fdcebc900ea3594e8b5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97471"/>
            <a:ext cx="4114800" cy="30914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Benefits of a Holistic Approach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 comprehensive measure can inform more effective and inclusive policy decisions.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highlights areas needing improvement beyond economic growth, such as mental health or social cohesion.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Such measures can promote sustainable development focused on human flourishing.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slidemake.com/add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143000"/>
            <a:ext cx="32004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Future Directions and Innovations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Advances in technology enable real-time data collection and analysis of well-being indicators.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Incorporating qualitative data can deepen understanding of individual and community experiences.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Collaborative efforts among governments, researchers, and communities are essential for refining measures.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unece.org/sites/default/files/styles/max_2600x2600/public/2025-10/Measuring well-being 2.png?itok=ARtyEb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 comprehensive measure of well-being provides a more complete understanding of human quality of life.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Integrating multiple indicators allows for targeted interventions to improve overall well-being.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Moving beyond traditional metrics is crucial for fostering healthier, happier, and more resilient societies.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Comprehensive Measure Of Well Being</dc:title>
  <dc:subject>A Comprehensive Measure Of Well Being</dc:subject>
  <dc:creator>SlideMake.com</dc:creator>
  <cp:lastModifiedBy>SlideMake.com</cp:lastModifiedBy>
  <cp:revision>1</cp:revision>
  <dcterms:created xsi:type="dcterms:W3CDTF">2026-07-10T06:13:13Z</dcterms:created>
  <dcterms:modified xsi:type="dcterms:W3CDTF">2026-07-10T06:13:13Z</dcterms:modified>
</cp:coreProperties>
</file>